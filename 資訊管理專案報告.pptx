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09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23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27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0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97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46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062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66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60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202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82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2B5A2-0075-4BC5-A0A7-6BFF6FFB4411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4BD40-9784-4ED4-9E7B-65BEF68D0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69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資訊管理專案報告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953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進度管制</a:t>
            </a:r>
            <a:r>
              <a:rPr lang="en-US" altLang="zh-TW" dirty="0" smtClean="0"/>
              <a:t>(</a:t>
            </a:r>
            <a:r>
              <a:rPr lang="zh-TW" altLang="en-US" dirty="0" smtClean="0"/>
              <a:t>意見單接案</a:t>
            </a:r>
            <a:r>
              <a:rPr lang="en-US" altLang="zh-TW" dirty="0" smtClean="0"/>
              <a:t>-</a:t>
            </a:r>
            <a:r>
              <a:rPr lang="zh-TW" altLang="en-US" dirty="0" smtClean="0"/>
              <a:t>四組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接件查核：</a:t>
            </a:r>
            <a:endParaRPr lang="en-US" altLang="zh-TW" dirty="0"/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資訊部</a:t>
            </a:r>
            <a:r>
              <a:rPr lang="en-US" altLang="zh-TW" dirty="0" smtClean="0"/>
              <a:t>)</a:t>
            </a:r>
            <a:r>
              <a:rPr lang="zh-TW" altLang="en-US" dirty="0" smtClean="0"/>
              <a:t>意見單簽辦查核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資訊部</a:t>
            </a:r>
            <a:r>
              <a:rPr lang="en-US" altLang="zh-TW" dirty="0" smtClean="0"/>
              <a:t>)</a:t>
            </a:r>
            <a:r>
              <a:rPr lang="zh-TW" altLang="en-US" dirty="0" smtClean="0"/>
              <a:t>意見單交辦查核</a:t>
            </a:r>
            <a:endParaRPr lang="en-US" altLang="zh-TW" dirty="0" smtClean="0"/>
          </a:p>
          <a:p>
            <a:r>
              <a:rPr lang="zh-TW" altLang="en-US" dirty="0" smtClean="0"/>
              <a:t>驗收查核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資訊部</a:t>
            </a:r>
            <a:r>
              <a:rPr lang="en-US" altLang="zh-TW" dirty="0" smtClean="0"/>
              <a:t>)</a:t>
            </a:r>
            <a:r>
              <a:rPr lang="zh-TW" altLang="en-US" dirty="0" smtClean="0"/>
              <a:t>交辦單銷案驗收單查核</a:t>
            </a:r>
            <a:endParaRPr lang="en-US" altLang="zh-TW" dirty="0" smtClean="0"/>
          </a:p>
          <a:p>
            <a:r>
              <a:rPr lang="zh-TW" altLang="en-US" dirty="0" smtClean="0"/>
              <a:t>上線日期確認：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機能組</a:t>
            </a:r>
            <a:r>
              <a:rPr lang="en-US" altLang="zh-TW" dirty="0" smtClean="0"/>
              <a:t>)</a:t>
            </a:r>
            <a:r>
              <a:rPr lang="zh-TW" altLang="en-US" dirty="0" smtClean="0"/>
              <a:t>驗收單預定上線日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en-US" altLang="zh-TW" dirty="0" smtClean="0"/>
              <a:t> (</a:t>
            </a:r>
            <a:r>
              <a:rPr lang="zh-TW" altLang="en-US" dirty="0" smtClean="0"/>
              <a:t>機能組</a:t>
            </a:r>
            <a:r>
              <a:rPr lang="en-US" altLang="zh-TW" dirty="0" smtClean="0"/>
              <a:t>)</a:t>
            </a:r>
            <a:r>
              <a:rPr lang="zh-TW" altLang="en-US" dirty="0" smtClean="0">
                <a:sym typeface="Wingdings" panose="05000000000000000000" pitchFamily="2" charset="2"/>
              </a:rPr>
              <a:t>電腦作業上線日期確認單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en-US" altLang="zh-TW" dirty="0" smtClean="0"/>
              <a:t>(</a:t>
            </a:r>
            <a:r>
              <a:rPr lang="zh-TW" altLang="en-US" dirty="0" smtClean="0"/>
              <a:t>資訊部</a:t>
            </a:r>
            <a:r>
              <a:rPr lang="en-US" altLang="zh-TW" dirty="0" smtClean="0"/>
              <a:t>)</a:t>
            </a:r>
            <a:r>
              <a:rPr lang="zh-TW" altLang="en-US" dirty="0" smtClean="0"/>
              <a:t>電腦作業上線安裝確認單</a:t>
            </a:r>
            <a:endParaRPr lang="en-US" altLang="zh-TW" dirty="0" smtClean="0"/>
          </a:p>
          <a:p>
            <a:r>
              <a:rPr lang="zh-TW" altLang="en-US" dirty="0" smtClean="0"/>
              <a:t>上線後執行查核：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資訊部</a:t>
            </a:r>
            <a:r>
              <a:rPr lang="en-US" altLang="zh-TW" dirty="0" smtClean="0"/>
              <a:t>)</a:t>
            </a:r>
            <a:r>
              <a:rPr lang="zh-TW" altLang="en-US" dirty="0" smtClean="0"/>
              <a:t>電腦作業上線執行情況確認單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機能組</a:t>
            </a:r>
            <a:r>
              <a:rPr lang="en-US" altLang="zh-TW" dirty="0" smtClean="0"/>
              <a:t>)</a:t>
            </a:r>
            <a:r>
              <a:rPr lang="zh-TW" altLang="en-US" dirty="0" smtClean="0"/>
              <a:t>電腦作業執行情況確認單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595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品質控管</a:t>
            </a:r>
            <a:r>
              <a:rPr lang="en-US" altLang="zh-TW" dirty="0" smtClean="0"/>
              <a:t>(</a:t>
            </a:r>
            <a:r>
              <a:rPr lang="zh-TW" altLang="en-US" dirty="0" smtClean="0"/>
              <a:t>程式履歷建檔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作業代號申請、電腦作業制度申請</a:t>
            </a:r>
            <a:endParaRPr lang="en-US" altLang="zh-TW" dirty="0" smtClean="0"/>
          </a:p>
          <a:p>
            <a:r>
              <a:rPr lang="en-US" altLang="zh-TW" dirty="0" smtClean="0"/>
              <a:t>NT</a:t>
            </a:r>
            <a:r>
              <a:rPr lang="zh-TW" altLang="en-US" dirty="0" smtClean="0"/>
              <a:t>系統使用申請單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含正式、測試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ERP</a:t>
            </a:r>
            <a:r>
              <a:rPr lang="zh-TW" altLang="en-US" dirty="0" smtClean="0"/>
              <a:t>作業入口設定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程式執行區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原始版本程式存放區</a:t>
            </a:r>
            <a:endParaRPr lang="en-US" altLang="zh-TW" dirty="0" smtClean="0"/>
          </a:p>
          <a:p>
            <a:r>
              <a:rPr lang="en-US" altLang="zh-TW" dirty="0" smtClean="0"/>
              <a:t>AIX</a:t>
            </a:r>
            <a:r>
              <a:rPr lang="zh-TW" altLang="en-US" dirty="0" smtClean="0"/>
              <a:t>系統使用申請單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含正式、測試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AIX</a:t>
            </a:r>
            <a:r>
              <a:rPr lang="zh-TW" altLang="en-US" dirty="0" smtClean="0"/>
              <a:t>帳號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DB</a:t>
            </a:r>
            <a:r>
              <a:rPr lang="zh-TW" altLang="en-US" dirty="0" smtClean="0"/>
              <a:t>帳號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</a:t>
            </a:r>
            <a:r>
              <a:rPr lang="en-US" altLang="zh-TW" dirty="0" smtClean="0"/>
              <a:t>ODBC</a:t>
            </a:r>
            <a:r>
              <a:rPr lang="zh-TW" altLang="en-US" dirty="0" smtClean="0"/>
              <a:t>帳號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制度對應程式人員、程式代號、帳號建檔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510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品質控管</a:t>
            </a:r>
            <a:r>
              <a:rPr lang="en-US" altLang="zh-TW" dirty="0" smtClean="0"/>
              <a:t>(</a:t>
            </a:r>
            <a:r>
              <a:rPr lang="zh-TW" altLang="en-US" dirty="0" smtClean="0"/>
              <a:t>程式設</a:t>
            </a:r>
            <a:r>
              <a:rPr lang="zh-TW" altLang="en-US" dirty="0"/>
              <a:t>計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資料庫關聯物件權限申請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zh-TW" altLang="en-US" dirty="0" smtClean="0">
                <a:sym typeface="Wingdings" panose="05000000000000000000" pitchFamily="2" charset="2"/>
              </a:rPr>
              <a:t>電腦檔案欄位異動通知單</a:t>
            </a:r>
            <a:endParaRPr lang="en-US" altLang="zh-TW" dirty="0" smtClean="0"/>
          </a:p>
          <a:p>
            <a:r>
              <a:rPr lang="zh-TW" altLang="en-US" dirty="0" smtClean="0"/>
              <a:t>電腦批次作業申請單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zh-TW" altLang="en-US" dirty="0" smtClean="0">
                <a:sym typeface="Wingdings" panose="05000000000000000000" pitchFamily="2" charset="2"/>
              </a:rPr>
              <a:t>電腦作業異常反應單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r>
              <a:rPr lang="zh-TW" altLang="en-US" dirty="0" smtClean="0"/>
              <a:t>電腦作業自主檢查查核表</a:t>
            </a:r>
            <a:endParaRPr lang="en-US" altLang="zh-TW" dirty="0" smtClean="0"/>
          </a:p>
          <a:p>
            <a:r>
              <a:rPr lang="zh-TW" altLang="en-US" dirty="0" smtClean="0"/>
              <a:t>電腦作業執行狀況統計表</a:t>
            </a:r>
            <a:endParaRPr lang="en-US" altLang="zh-TW" dirty="0" smtClean="0"/>
          </a:p>
          <a:p>
            <a:r>
              <a:rPr lang="zh-TW" altLang="en-US" dirty="0" smtClean="0"/>
              <a:t>作業交接申請單</a:t>
            </a:r>
            <a:endParaRPr lang="en-US" altLang="zh-TW" dirty="0" smtClean="0"/>
          </a:p>
          <a:p>
            <a:r>
              <a:rPr lang="zh-TW" altLang="en-US" dirty="0" smtClean="0">
                <a:sym typeface="Wingdings" panose="05000000000000000000" pitchFamily="2" charset="2"/>
              </a:rPr>
              <a:t>應用程式派送修改申請單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保留</a:t>
            </a:r>
            <a:r>
              <a:rPr lang="zh-TW" altLang="en-US" dirty="0" smtClean="0">
                <a:sym typeface="Wingdings" panose="05000000000000000000" pitchFamily="2" charset="2"/>
              </a:rPr>
              <a:t>原始版本程式歷程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pPr lvl="1"/>
            <a:r>
              <a:rPr lang="zh-TW" altLang="en-US" dirty="0" smtClean="0"/>
              <a:t>程式執行檔上線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標準開發工時申報</a:t>
            </a:r>
            <a:r>
              <a:rPr lang="en-US" altLang="zh-TW" dirty="0" smtClean="0"/>
              <a:t>(</a:t>
            </a:r>
            <a:r>
              <a:rPr lang="zh-TW" altLang="en-US" dirty="0"/>
              <a:t>螢幕</a:t>
            </a:r>
            <a:r>
              <a:rPr lang="en-US" altLang="zh-TW" dirty="0"/>
              <a:t>8hr</a:t>
            </a:r>
            <a:r>
              <a:rPr lang="zh-TW" altLang="en-US" dirty="0"/>
              <a:t>、報表</a:t>
            </a:r>
            <a:r>
              <a:rPr lang="en-US" altLang="zh-TW" dirty="0"/>
              <a:t>12hr</a:t>
            </a:r>
            <a:r>
              <a:rPr lang="zh-TW" altLang="en-US" dirty="0"/>
              <a:t>、處理程式</a:t>
            </a:r>
            <a:r>
              <a:rPr lang="en-US" altLang="zh-TW" dirty="0"/>
              <a:t>4hr</a:t>
            </a:r>
            <a:r>
              <a:rPr lang="zh-TW" altLang="en-US" dirty="0"/>
              <a:t>，修改一律</a:t>
            </a:r>
            <a:r>
              <a:rPr lang="en-US" altLang="zh-TW" dirty="0"/>
              <a:t>4hr</a:t>
            </a:r>
            <a:r>
              <a:rPr lang="en-US" altLang="zh-TW" dirty="0" smtClean="0"/>
              <a:t>)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1998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降低開發成本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資料庫主機、帳號整併</a:t>
            </a:r>
            <a:endParaRPr lang="en-US" altLang="zh-TW" dirty="0" smtClean="0"/>
          </a:p>
          <a:p>
            <a:r>
              <a:rPr lang="zh-TW" altLang="en-US" dirty="0" smtClean="0"/>
              <a:t>海外擴建廠</a:t>
            </a:r>
            <a:r>
              <a:rPr lang="zh-TW" altLang="en-US" dirty="0"/>
              <a:t>區</a:t>
            </a:r>
            <a:r>
              <a:rPr lang="zh-TW" altLang="en-US" dirty="0" smtClean="0"/>
              <a:t>主機建置於泰山機房集中管理</a:t>
            </a:r>
            <a:endParaRPr lang="en-US" altLang="zh-TW" dirty="0"/>
          </a:p>
          <a:p>
            <a:r>
              <a:rPr lang="zh-TW" altLang="en-US" dirty="0" smtClean="0"/>
              <a:t>資料交換帳號使用確認單</a:t>
            </a:r>
            <a:r>
              <a:rPr lang="en-US" altLang="zh-TW" dirty="0" smtClean="0"/>
              <a:t>(</a:t>
            </a:r>
            <a:r>
              <a:rPr lang="zh-TW" altLang="en-US" dirty="0" smtClean="0"/>
              <a:t>使用頻率低</a:t>
            </a:r>
            <a:r>
              <a:rPr lang="en-US" altLang="zh-TW" dirty="0" smtClean="0"/>
              <a:t>)</a:t>
            </a:r>
            <a:r>
              <a:rPr lang="zh-TW" altLang="en-US" dirty="0" smtClean="0"/>
              <a:t>、查核確認單</a:t>
            </a:r>
            <a:r>
              <a:rPr lang="en-US" altLang="zh-TW" dirty="0" smtClean="0"/>
              <a:t>(</a:t>
            </a:r>
            <a:r>
              <a:rPr lang="zh-TW" altLang="en-US" dirty="0" smtClean="0"/>
              <a:t>定期複審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密碼自動修改標準流程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630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資訊安全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SSO</a:t>
            </a:r>
            <a:r>
              <a:rPr lang="zh-TW" altLang="en-US" dirty="0" smtClean="0"/>
              <a:t>單一入口登入，集中管理</a:t>
            </a:r>
            <a:r>
              <a:rPr lang="en-US" altLang="zh-TW" dirty="0" smtClean="0"/>
              <a:t>ERP</a:t>
            </a:r>
            <a:r>
              <a:rPr lang="zh-TW" altLang="en-US" dirty="0" smtClean="0"/>
              <a:t>入</a:t>
            </a:r>
            <a:r>
              <a:rPr lang="zh-TW" altLang="en-US" dirty="0"/>
              <a:t>口</a:t>
            </a:r>
            <a:r>
              <a:rPr lang="zh-TW" altLang="en-US" dirty="0" smtClean="0"/>
              <a:t>、作業角色</a:t>
            </a:r>
            <a:endParaRPr lang="en-US" altLang="zh-TW" dirty="0" smtClean="0"/>
          </a:p>
          <a:p>
            <a:r>
              <a:rPr lang="en-US" altLang="zh-TW" dirty="0" smtClean="0"/>
              <a:t>ERP</a:t>
            </a:r>
            <a:r>
              <a:rPr lang="zh-TW" altLang="en-US" dirty="0" smtClean="0"/>
              <a:t>留存使用紀錄</a:t>
            </a:r>
            <a:r>
              <a:rPr lang="en-US" altLang="zh-TW" dirty="0" smtClean="0"/>
              <a:t>(OL)</a:t>
            </a:r>
            <a:r>
              <a:rPr lang="zh-TW" altLang="en-US" dirty="0" smtClean="0"/>
              <a:t>、資料歷程</a:t>
            </a:r>
            <a:r>
              <a:rPr lang="en-US" altLang="zh-TW" dirty="0" smtClean="0"/>
              <a:t>(OX)</a:t>
            </a:r>
          </a:p>
          <a:p>
            <a:r>
              <a:rPr lang="zh-TW" altLang="en-US" dirty="0" smtClean="0"/>
              <a:t>登入失敗異常來源查詢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</a:t>
            </a:r>
            <a:r>
              <a:rPr lang="en-US" altLang="zh-TW" dirty="0" smtClean="0"/>
              <a:t>DB</a:t>
            </a:r>
            <a:r>
              <a:rPr lang="zh-TW" altLang="en-US" dirty="0" smtClean="0"/>
              <a:t>、</a:t>
            </a:r>
            <a:r>
              <a:rPr lang="en-US" altLang="zh-TW" dirty="0" smtClean="0"/>
              <a:t>AIX)</a:t>
            </a:r>
          </a:p>
          <a:p>
            <a:r>
              <a:rPr lang="zh-TW" altLang="en-US" dirty="0" smtClean="0"/>
              <a:t>資料交換帳號存取紀錄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410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AIP</a:t>
            </a:r>
            <a:r>
              <a:rPr lang="zh-TW" altLang="en-US" dirty="0" smtClean="0"/>
              <a:t>平台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ERP</a:t>
            </a:r>
            <a:r>
              <a:rPr lang="zh-TW" altLang="en-US" dirty="0" smtClean="0"/>
              <a:t>系統串接</a:t>
            </a:r>
            <a:r>
              <a:rPr lang="en-US" altLang="zh-TW" dirty="0" smtClean="0"/>
              <a:t>AIP</a:t>
            </a:r>
            <a:r>
              <a:rPr lang="zh-TW" altLang="en-US" dirty="0" smtClean="0"/>
              <a:t>智能助理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各作業皆提供智能問答助理</a:t>
            </a:r>
            <a:r>
              <a:rPr lang="en-US" altLang="zh-TW" dirty="0" smtClean="0"/>
              <a:t>(FAQ</a:t>
            </a:r>
            <a:r>
              <a:rPr lang="zh-TW" altLang="en-US" dirty="0" smtClean="0"/>
              <a:t>、操作步驟、異常排除、 </a:t>
            </a:r>
            <a:r>
              <a:rPr lang="en-US" altLang="zh-TW" dirty="0" smtClean="0"/>
              <a:t>ERP</a:t>
            </a:r>
            <a:r>
              <a:rPr lang="zh-TW" altLang="en-US" dirty="0" smtClean="0"/>
              <a:t>資料查詢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沿用</a:t>
            </a:r>
            <a:r>
              <a:rPr lang="en-US" altLang="zh-TW" dirty="0" smtClean="0"/>
              <a:t>SSO</a:t>
            </a:r>
            <a:r>
              <a:rPr lang="zh-TW" altLang="en-US" dirty="0" smtClean="0"/>
              <a:t>權限控管，無須透過</a:t>
            </a:r>
            <a:r>
              <a:rPr lang="en-US" altLang="zh-TW" dirty="0" smtClean="0"/>
              <a:t>AIP</a:t>
            </a:r>
            <a:r>
              <a:rPr lang="zh-TW" altLang="en-US" dirty="0" smtClean="0"/>
              <a:t>平台</a:t>
            </a:r>
            <a:r>
              <a:rPr lang="zh-TW" altLang="en-US" smtClean="0"/>
              <a:t>重複申請權限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056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387</Words>
  <Application>Microsoft Office PowerPoint</Application>
  <PresentationFormat>寬螢幕</PresentationFormat>
  <Paragraphs>46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Wingdings</vt:lpstr>
      <vt:lpstr>Office 佈景主題</vt:lpstr>
      <vt:lpstr>資訊管理專案報告</vt:lpstr>
      <vt:lpstr>進度管制(意見單接案-四組)</vt:lpstr>
      <vt:lpstr>品質控管(程式履歷建檔)</vt:lpstr>
      <vt:lpstr>品質控管(程式設計)</vt:lpstr>
      <vt:lpstr>降低開發成本</vt:lpstr>
      <vt:lpstr>資訊安全</vt:lpstr>
      <vt:lpstr>AIP平台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資訊管理專案報告</dc:title>
  <dc:creator>00RK10/黃竣鴻</dc:creator>
  <cp:lastModifiedBy>00RK10/黃竣鴻</cp:lastModifiedBy>
  <cp:revision>18</cp:revision>
  <dcterms:created xsi:type="dcterms:W3CDTF">2026-04-28T02:55:59Z</dcterms:created>
  <dcterms:modified xsi:type="dcterms:W3CDTF">2026-04-29T02:18:45Z</dcterms:modified>
</cp:coreProperties>
</file>